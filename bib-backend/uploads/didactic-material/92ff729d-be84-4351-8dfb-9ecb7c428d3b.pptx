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59CCBB-972B-180C-ED20-2B7D95FCA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CD765D3-9FA6-A5D5-E2F1-D6A661F1C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7D4B986-2854-044B-7ED4-67291CA6E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413D-9980-4DAB-8771-26C2B15FE249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3588870-4764-3D5A-A5F1-BB877126C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C539894-BB91-55B8-32A7-713EA7DB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F13B-D235-47ED-A57A-6B1CBF417F9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96285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D61572-48FB-D744-05FD-B41886100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6CE4486-93C7-2048-A20D-A8B853D4E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53B395A-C257-6834-3303-74794965B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413D-9980-4DAB-8771-26C2B15FE249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CA444D8-0517-7457-9743-DF0A804E7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8D530BF-9E3D-5C1F-3676-3F0DB7BB4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F13B-D235-47ED-A57A-6B1CBF417F9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35652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FAFEF6-FC20-24A3-82CB-4EE5E93B0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BACFD5D-D74A-2A80-660D-B253C2662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883340E-BBC1-340F-EF99-36327DC31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413D-9980-4DAB-8771-26C2B15FE249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CE1E6E-43E3-1B39-1E13-17371A322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B0E5BFB-D7A2-7773-E874-50223CCAD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F13B-D235-47ED-A57A-6B1CBF417F9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42922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546C17-0671-3489-DCA3-D48C062E9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CA0CF55-8EA2-528A-6DA7-EF79F3C3A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9E04697-5033-F196-1ABA-E85CB0815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C17B60D-BE01-44BB-07D2-AA4581C45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413D-9980-4DAB-8771-26C2B15FE249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4D81B30-CC02-FB15-EE6B-5B775CD48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040C161-6236-B15E-E3F1-943BC25C3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F13B-D235-47ED-A57A-6B1CBF417F9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14319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6E9E1-C244-C60C-21FE-1BA95F4BA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9284B29-C0DD-5D3A-EDCD-6E2611521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89E3627-A2CB-1977-D1B8-2E9FA1FC8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1FE4181-25F8-2A4A-FDC6-6C825DF2C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4E0B06E8-B19B-0813-2D68-AC1C65706B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7ADAECDC-C301-597C-3B6B-F1D3FB32F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413D-9980-4DAB-8771-26C2B15FE249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97AD2631-A0FD-4395-18A7-58A0CCE37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815380C3-C9DB-4D2B-8495-D12F78482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F13B-D235-47ED-A57A-6B1CBF417F9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10059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BF7B00-D4B5-7F7F-FB8D-B4CF825F1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B8548CF-5C72-3331-F838-BC6F5BA34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413D-9980-4DAB-8771-26C2B15FE249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6E83652-8970-88ED-1B54-4A6D894A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133320D-7805-1EA4-E1CA-0C50B385D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F13B-D235-47ED-A57A-6B1CBF417F9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01948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24D091D-EE75-265E-698F-33F2BD3C9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413D-9980-4DAB-8771-26C2B15FE249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B6066E9-8FF1-1B4C-EE54-73CE4F4D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D927D43-E45F-0B7A-D2AA-E9CCBAECD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F13B-D235-47ED-A57A-6B1CBF417F9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35090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4E62F4-41D9-E4F7-AC58-CBCE3F209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D3C3969-5125-D885-ADBB-AB6AAA360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16CA1C5-291E-6CF0-ABA5-CFF5D6C94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9B6E385-020B-3D8D-3690-79C5BB091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413D-9980-4DAB-8771-26C2B15FE249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C5F191E-38A1-99CD-C7DA-81DABFC94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BE54C2E-D98A-1584-2F20-95970F53D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F13B-D235-47ED-A57A-6B1CBF417F9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6004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AE33DA-91FE-30DE-3A43-72FACB092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C12F7688-ADA0-A154-5DBE-5B35B1F9AE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DB4552F-C689-4B64-B5DA-1D53DA34E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D1679CC-55D5-C4D4-A332-5840623D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413D-9980-4DAB-8771-26C2B15FE249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BA56B59-376B-C44C-C9E2-9084C939A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CF72B12-1D45-4225-8830-5E03E8634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F13B-D235-47ED-A57A-6B1CBF417F9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15095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B3E4D4-1B27-B488-76C2-06CB45337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3BC214E-F8C3-686B-B313-1692D55A1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E3C494D-AFEF-40DE-DD7B-D49971D5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413D-9980-4DAB-8771-26C2B15FE249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C8741ED-C41C-39A6-11C3-EFC2EE98D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84F5A38-658C-4AA6-725F-B2B671094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F13B-D235-47ED-A57A-6B1CBF417F9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29481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C3B6AED4-9A15-79EC-6730-77FF34C418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8A581A2-1A91-F6E1-A7F0-DF09E0D95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603FE44-C5F9-090B-DE5E-4D383D98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413D-9980-4DAB-8771-26C2B15FE249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B3B24B3-B782-F2FB-D9A4-7043F07D0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35AAEF4-7EDE-147D-5327-88E97D6C5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CF13B-D235-47ED-A57A-6B1CBF417F9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60928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D890EF6-1E7A-984B-8FB2-F04A701D5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829124-90E9-B310-128B-B76A04AEB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5A5537C-08D3-3F90-6C59-A35A98F19F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9A413D-9980-4DAB-8771-26C2B15FE249}" type="datetimeFigureOut">
              <a:rPr lang="nl-BE" smtClean="0"/>
              <a:t>21/04/2026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A8552F9-DF98-9AE1-9111-7ACB20830F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EC697BA-512E-A8EB-C1AA-3F0F91BB9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2CF13B-D235-47ED-A57A-6B1CBF417F9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51003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ruppel water">
            <a:extLst>
              <a:ext uri="{FF2B5EF4-FFF2-40B4-BE49-F238E27FC236}">
                <a16:creationId xmlns:a16="http://schemas.microsoft.com/office/drawing/2014/main" id="{982ED5BF-1288-72FE-9D71-8A14965152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58" b="514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F002E5-EAC5-DD06-C5D0-A1B860D06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0528" y="2299176"/>
            <a:ext cx="4131368" cy="1571164"/>
          </a:xfrm>
        </p:spPr>
        <p:txBody>
          <a:bodyPr anchor="t">
            <a:normAutofit/>
          </a:bodyPr>
          <a:lstStyle/>
          <a:p>
            <a:pPr algn="l"/>
            <a:r>
              <a:rPr lang="nl-BE" sz="3600"/>
              <a:t>TEST PPT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1C2F75E-CADA-B69B-08D9-D64764160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0529" y="4199213"/>
            <a:ext cx="4191938" cy="598548"/>
          </a:xfrm>
        </p:spPr>
        <p:txBody>
          <a:bodyPr anchor="ctr">
            <a:normAutofit/>
          </a:bodyPr>
          <a:lstStyle/>
          <a:p>
            <a:pPr algn="l"/>
            <a:endParaRPr lang="nl-BE" sz="18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78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95F6C587-E779-49C9-12D6-000EDCD46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endParaRPr lang="nl-BE" sz="3600">
              <a:solidFill>
                <a:schemeClr val="tx2"/>
              </a:solidFill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0BD703B-9444-E3C0-7D93-A9FB4CD81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2" y="2979336"/>
            <a:ext cx="5709721" cy="2430864"/>
          </a:xfrm>
        </p:spPr>
        <p:txBody>
          <a:bodyPr anchor="t">
            <a:normAutofit/>
          </a:bodyPr>
          <a:lstStyle/>
          <a:p>
            <a:endParaRPr lang="nl-BE" sz="200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7275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A41607C-705F-5AFD-2B15-5DB256233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endParaRPr lang="nl-BE" sz="3600">
              <a:solidFill>
                <a:schemeClr val="tx2"/>
              </a:solidFill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B9204E9-AD42-92A1-A2A1-C1685A9EF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2" y="2979336"/>
            <a:ext cx="5709721" cy="2430864"/>
          </a:xfrm>
        </p:spPr>
        <p:txBody>
          <a:bodyPr anchor="t">
            <a:normAutofit/>
          </a:bodyPr>
          <a:lstStyle/>
          <a:p>
            <a:endParaRPr lang="nl-BE" sz="200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7232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61AEE4-4E38-4BAC-976D-E0DE523FC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BC676B-D19A-44DB-910A-0C0E6D43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431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99AA485-A13F-4455-814E-C116AD7E0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C90D55F-0AFB-45E5-8815-A4701774C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476B6C1-4A41-48E6-8540-FC48FCD76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347F445-D2CA-4FEB-AB8E-7A47AB57C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2F1B3D8-301E-4A54-9284-EB14E9056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E4B9C67-860A-4569-AC84-3ADE433D1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175B763-A6E6-4AD1-9138-9B1164A7A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FF02A686-195C-F4F8-E644-328657583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66" y="991261"/>
            <a:ext cx="5754696" cy="1837349"/>
          </a:xfrm>
        </p:spPr>
        <p:txBody>
          <a:bodyPr anchor="ctr">
            <a:normAutofit/>
          </a:bodyPr>
          <a:lstStyle/>
          <a:p>
            <a:pPr algn="ctr"/>
            <a:endParaRPr lang="nl-BE" sz="3600">
              <a:solidFill>
                <a:schemeClr val="tx2"/>
              </a:solidFill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B876E4E-00CC-37DA-2F7F-735E8C3C0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5954" y="2979336"/>
            <a:ext cx="5709721" cy="2430864"/>
          </a:xfrm>
        </p:spPr>
        <p:txBody>
          <a:bodyPr anchor="t">
            <a:normAutofit/>
          </a:bodyPr>
          <a:lstStyle/>
          <a:p>
            <a:endParaRPr lang="nl-BE" sz="2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434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C1EA06-C066-4FDF-F639-E025245D7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66" y="991261"/>
            <a:ext cx="5754696" cy="1837349"/>
          </a:xfrm>
        </p:spPr>
        <p:txBody>
          <a:bodyPr anchor="b">
            <a:normAutofit/>
          </a:bodyPr>
          <a:lstStyle/>
          <a:p>
            <a:pPr algn="ctr"/>
            <a:endParaRPr lang="nl-BE" sz="360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3921CD-DDE5-4B57-8FDF-B37ADE4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CBEDF6-7B5F-471F-AF99-301A23748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D43DB10-4F84-47C2-8170-CB9EED866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F35C7A0-1526-4D97-BCD8-91B3576E3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09574A-38B7-43A8-A925-1FB54C6B1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3AAA50-DE22-4E5D-9064-A37786C59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5AC699-B5BB-3D25-85FF-9F5E7FFBB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5954" y="2979336"/>
            <a:ext cx="5709721" cy="2430864"/>
          </a:xfrm>
        </p:spPr>
        <p:txBody>
          <a:bodyPr anchor="t">
            <a:normAutofit/>
          </a:bodyPr>
          <a:lstStyle/>
          <a:p>
            <a:endParaRPr lang="nl-BE" sz="2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725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FACCA1D1-4EE3-7E41-A0C1-734722627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731" y="1542402"/>
            <a:ext cx="5186842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endParaRPr lang="en-US" sz="52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63911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02A5413A-DF6D-E9BC-A9C1-C87146D60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731" y="1542402"/>
            <a:ext cx="5186842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endParaRPr lang="en-US" sz="52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14952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BCB02B1-1B82-403C-B7D2-E2CED1882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CDE13A7-6382-4A67-BEBE-4FF1F37C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9978FC9-2E40-4257-8D97-FAB20CA4B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40ABB98-77BA-4C40-8121-34D196E58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1AA752E-66C1-4835-8A3C-55647515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E9555AB-2295-4939-AEC9-B2CBFCB4C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7499201-5A2C-48B3-9B02-5519B8829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3FC2AE7-C60C-4C48-BCAE-410BB6C3D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0EA1593-6BC9-441E-8F3C-46DD50F81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3CC16FCC-9EFD-58F9-D8F5-A98B42F5E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787" y="1741337"/>
            <a:ext cx="5448730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endParaRPr lang="en-US" sz="52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147D5D-F01F-4164-BD81-D10DC6F2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142" y="2854"/>
            <a:ext cx="2783421" cy="2406445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24C7412-3E2D-4708-8DC3-425A457A1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1483A6A-CB0B-4469-B09D-C9451F9B0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A935E9D-EB55-46F3-BCCB-9CB918E87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EDC5655-C7D7-4936-91EA-E188A96DC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D0E248E-80AB-4B35-BA8D-F940FCB44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417253" y="4456669"/>
            <a:ext cx="2783421" cy="2406445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9E91B0A-66E8-4298-BAC6-004DBE49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A629C66-36BD-487E-B1CD-ED026D778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6BC2D2C-3D7D-4224-81BC-22C094C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3BDF903-22C5-4312-8776-C2ABC3EDC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3082981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Breedbeeld</PresentationFormat>
  <Paragraphs>1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Kantoorthema</vt:lpstr>
      <vt:lpstr>TEST PPT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Atari Sofiane</dc:creator>
  <cp:lastModifiedBy>Atari Sofiane</cp:lastModifiedBy>
  <cp:revision>1</cp:revision>
  <dcterms:created xsi:type="dcterms:W3CDTF">2026-04-21T17:17:43Z</dcterms:created>
  <dcterms:modified xsi:type="dcterms:W3CDTF">2026-04-21T17:18:37Z</dcterms:modified>
</cp:coreProperties>
</file>